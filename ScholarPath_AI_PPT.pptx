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834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274320"/>
            <a:ext cx="1371600" cy="1371600"/>
          </a:xfrm>
          <a:prstGeom prst="ellipse">
            <a:avLst/>
          </a:prstGeom>
          <a:solidFill>
            <a:srgbClr val="FFD600">
              <a:alpha val="40000"/>
            </a:srgbClr>
          </a:solidFill>
          <a:ln w="12700">
            <a:solidFill>
              <a:srgbClr val="FFD600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ScholarPath AI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" y="8458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Scholarships You Actually Qualify For."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384474" y="1431388"/>
            <a:ext cx="45720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3944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Scholarship Matching System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614203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• LangChain • Google Gemini • FAISS • Streamlit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B13379-8A5A-5B04-D6D1-685DF2F62A89}"/>
              </a:ext>
            </a:extLst>
          </p:cNvPr>
          <p:cNvSpPr txBox="1"/>
          <p:nvPr/>
        </p:nvSpPr>
        <p:spPr>
          <a:xfrm>
            <a:off x="2384474" y="2194560"/>
            <a:ext cx="48181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Abdul                 -  AP23110011555</a:t>
            </a:r>
          </a:p>
          <a:p>
            <a:r>
              <a:rPr lang="en-US" dirty="0">
                <a:solidFill>
                  <a:schemeClr val="bg1"/>
                </a:solidFill>
              </a:rPr>
              <a:t>Tulasi </a:t>
            </a:r>
            <a:r>
              <a:rPr lang="en-US" dirty="0" err="1">
                <a:solidFill>
                  <a:schemeClr val="bg1"/>
                </a:solidFill>
              </a:rPr>
              <a:t>vardhan</a:t>
            </a:r>
            <a:r>
              <a:rPr lang="en-US" dirty="0">
                <a:solidFill>
                  <a:schemeClr val="bg1"/>
                </a:solidFill>
              </a:rPr>
              <a:t>  -  AP23110011638</a:t>
            </a:r>
          </a:p>
          <a:p>
            <a:r>
              <a:rPr lang="en-US" dirty="0">
                <a:solidFill>
                  <a:schemeClr val="bg1"/>
                </a:solidFill>
              </a:rPr>
              <a:t>Anirudh             -  AP23110011627</a:t>
            </a:r>
          </a:p>
          <a:p>
            <a:r>
              <a:rPr lang="en-US" dirty="0">
                <a:solidFill>
                  <a:schemeClr val="bg1"/>
                </a:solidFill>
              </a:rPr>
              <a:t>Ayub Ansari      -  AP23110011617</a:t>
            </a:r>
          </a:p>
          <a:p>
            <a:r>
              <a:rPr lang="en-US" dirty="0">
                <a:solidFill>
                  <a:schemeClr val="bg1"/>
                </a:solidFill>
              </a:rPr>
              <a:t>Mohith </a:t>
            </a:r>
            <a:r>
              <a:rPr lang="en-US" dirty="0" err="1">
                <a:solidFill>
                  <a:schemeClr val="bg1"/>
                </a:solidFill>
              </a:rPr>
              <a:t>naidu</a:t>
            </a:r>
            <a:r>
              <a:rPr lang="en-US">
                <a:solidFill>
                  <a:schemeClr val="bg1"/>
                </a:solidFill>
              </a:rPr>
              <a:t>   -  </a:t>
            </a:r>
            <a:r>
              <a:rPr lang="en-US" dirty="0">
                <a:solidFill>
                  <a:schemeClr val="bg1"/>
                </a:solidFill>
              </a:rPr>
              <a:t>AP23110011609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students miss out on scholarships they deserve?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554480"/>
            <a:ext cx="731520" cy="7315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67335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423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Overload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29718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rules are buried inside huge PDFs and websites — very hard to read.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14173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60520" y="1554480"/>
            <a:ext cx="731520" cy="73152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67335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2423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Time &amp; Effort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337560" y="29718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apply for scholarships they don't qualify for — wrong CGPA, wrong income, wrong major.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35040" y="14173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95160" y="1554480"/>
            <a:ext cx="731520" cy="731520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67335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2423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172200" y="29718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legal &amp; academic English is confusing for regional and international students.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ScholarPath AI?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754880" cy="3657600"/>
          </a:xfrm>
          <a:prstGeom prst="rect">
            <a:avLst/>
          </a:prstGeom>
          <a:solidFill>
            <a:srgbClr val="1A2740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app that: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4389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understands scholarship documents automatically
</a:t>
            </a: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your profile: major, CGPA, income, category
</a:t>
            </a: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instantly if you qualify — with a clear reason
</a:t>
            </a: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you ask questions about any scholarship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0" y="1005840"/>
            <a:ext cx="3474720" cy="3657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1143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Behind 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94960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= Retrieval-Augmented Generation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40680" y="219456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doesn't guess — it retrieves real document content, then reasons against your profile to give an accurate answer.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ScholarPath AI powerful?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94360" cy="5943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7218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371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Eligibility Engine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17373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just search keywords — it reasons about your CGPA, income, major and gives a clear Eligible / Not Eligible verdict with color-coded cards.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123444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371600"/>
            <a:ext cx="594360" cy="594360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472184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371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Chatbot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577840" y="17373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like 'What documents do I need?' The AI answers strictly from the uploaded documents — no guessing or making things up.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30175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3154680"/>
            <a:ext cx="594360" cy="59436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255264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188720" y="35204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can explain results and chat in multiple languages based on your profile settings — helpful for regional students.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09160" y="30175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3154680"/>
            <a:ext cx="594360" cy="5943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255264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Admin Dashboard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577840" y="35204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hidden, password-protected backend where admins can upload scholarship PDFs, reset the database, and re-index documents.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and frameworks powering ScholarPath AI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64592" cy="5029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8229600" cy="502920"/>
          </a:xfrm>
          <a:prstGeom prst="rect">
            <a:avLst/>
          </a:prstGeom>
          <a:solidFill>
            <a:srgbClr val="1A2740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984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97480" y="12984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(Python)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57800" y="131673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design, light/dark mode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84248"/>
            <a:ext cx="164592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984248"/>
            <a:ext cx="8229600" cy="502920"/>
          </a:xfrm>
          <a:prstGeom prst="rect">
            <a:avLst/>
          </a:prstGeom>
          <a:solidFill>
            <a:srgbClr val="1A2740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048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97480" y="204825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20665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AI chains and document processing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34056"/>
            <a:ext cx="164592" cy="5029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734056"/>
            <a:ext cx="8229600" cy="502920"/>
          </a:xfrm>
          <a:prstGeom prst="rect">
            <a:avLst/>
          </a:prstGeom>
          <a:solidFill>
            <a:srgbClr val="1A2740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7980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Brain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97480" y="27980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28163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documents and gives accurate answers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483864"/>
            <a:ext cx="164592" cy="50292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483864"/>
            <a:ext cx="8229600" cy="502920"/>
          </a:xfrm>
          <a:prstGeom prst="rect">
            <a:avLst/>
          </a:prstGeom>
          <a:solidFill>
            <a:srgbClr val="1A2740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5478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97480" y="35478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5661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document content as fast searchable vectors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233672"/>
            <a:ext cx="164592" cy="502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4233672"/>
            <a:ext cx="8229600" cy="502920"/>
          </a:xfrm>
          <a:prstGeom prst="rect">
            <a:avLst/>
          </a:prstGeom>
          <a:solidFill>
            <a:srgbClr val="1A2740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297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97480" y="4297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Transformers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43159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text into numbers the AI can search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" y="118872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280160"/>
            <a:ext cx="548640" cy="5486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33272" y="12984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uploads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9385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TXT scholarship doc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71800" y="1874520"/>
            <a:ext cx="22860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18872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280160"/>
            <a:ext cx="548640" cy="548640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13632" y="12984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splits &amp; encodes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9385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chunks → vectors (FAISS)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1874520"/>
            <a:ext cx="22860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118872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280160"/>
            <a:ext cx="548640" cy="54864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93992" y="12984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enters profile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19385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Major, CGPA, Income, Category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88036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2971800"/>
            <a:ext cx="548640" cy="548640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33272" y="29900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retrieves rules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6301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relevant chunks from FAISS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288036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2971800"/>
            <a:ext cx="548640" cy="54864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913632" y="29900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evaluates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36301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vs. rules → JSON result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0760" y="288036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2971800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793992" y="29900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shows verdict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72200" y="36301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/ Not Eligible card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44348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Upload  →  Encode  →  Match  →  Retrieve  →  Evaluate  →  Display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vs. Groq — Our Experience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3977640" cy="3840480"/>
          </a:xfrm>
          <a:prstGeom prst="rect">
            <a:avLst/>
          </a:prstGeom>
          <a:solidFill>
            <a:srgbClr val="0C2D5A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51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1508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Used in Final Version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703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accurate answers — understands complex eligibility rules correctly
</a:t>
            </a:r>
            <a:r>
              <a:rPr lang="en-US" sz="11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for numeric reasoning (e.g., CGPA 8.5 ≥ 8.0 threshold)
</a:t>
            </a:r>
            <a:r>
              <a:rPr lang="en-US" sz="11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JSON output — works perfectly with the UI cards
</a:t>
            </a:r>
            <a:r>
              <a:rPr lang="en-US" sz="11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and dependable — fewer unexpected errors
</a:t>
            </a:r>
            <a:r>
              <a:rPr lang="en-US" sz="11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choice for real-world scholarship matching accuracy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26280" y="960120"/>
            <a:ext cx="4297680" cy="3840480"/>
          </a:xfrm>
          <a:prstGeom prst="rect">
            <a:avLst/>
          </a:prstGeom>
          <a:solidFill>
            <a:srgbClr val="1A0A2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051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(LPU Inference)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17720" y="1508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Prototype / Fallback Version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1965960"/>
            <a:ext cx="4069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D4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fast — Groq's custom hardware gives blazing response speed
</a:t>
            </a:r>
            <a:r>
              <a:rPr lang="en-US" sz="11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50" dirty="0">
                <a:solidFill>
                  <a:srgbClr val="D4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gives less accurate answers for complex eligibility rules
</a:t>
            </a:r>
            <a:r>
              <a:rPr lang="en-US" sz="11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50" dirty="0">
                <a:solidFill>
                  <a:srgbClr val="D4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 can cause interruptions during heavy use
</a:t>
            </a:r>
            <a:r>
              <a:rPr lang="en-US" sz="11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50" dirty="0">
                <a:solidFill>
                  <a:srgbClr val="D4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Occasionally produces wrong JSON structure — breaks UI cards
</a:t>
            </a:r>
            <a:r>
              <a:rPr lang="en-US" sz="11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50" dirty="0">
                <a:solidFill>
                  <a:srgbClr val="D4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speed demos; Google Gemini wins for accuracy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4846320"/>
            <a:ext cx="8503920" cy="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Google Gemini Gives Better Results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503920" cy="3712464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Criteria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Google Gemini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Groq (Llama-3)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High — rarely misreads rules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Medium — occasional mistakes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CGPA Logic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Correct: 8.5 ≥ 8.0 → Eligible ✓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Sometimes fails numeric checks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JSON Output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Clean &amp; consistent every time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Occasionally breaks structure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Stability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Very stable — few errors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Rate limit errors under heavy use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Speed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Slightly slower but reliable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Very fast (Groq LPU hardware)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✅ Final choice for production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⚡ Good for speed prototyping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 — Demo Walkthrough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8503920" cy="685800"/>
          </a:xfrm>
          <a:prstGeom prst="rect">
            <a:avLst/>
          </a:prstGeom>
          <a:solidFill>
            <a:srgbClr val="1A2740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1005840" cy="6858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uploads a scholarship PDF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13533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STEM Excellence Grant 2024.pdf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810512"/>
            <a:ext cx="8503920" cy="685800"/>
          </a:xfrm>
          <a:prstGeom prst="rect">
            <a:avLst/>
          </a:prstGeom>
          <a:solidFill>
            <a:srgbClr val="1A2740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810512"/>
            <a:ext cx="1005840" cy="6858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810512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fills in their profile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17320" y="21579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Major: Computer Science | CGPA: 8.7 | Income: ₹3.2L | Category: General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615184"/>
            <a:ext cx="8503920" cy="685800"/>
          </a:xfrm>
          <a:prstGeom prst="rect">
            <a:avLst/>
          </a:prstGeom>
          <a:solidFill>
            <a:srgbClr val="1A2740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615184"/>
            <a:ext cx="1005840" cy="6858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615184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266090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"Check Eligibility"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17320" y="296265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retrieves relevant rules from FAISS and sends to Gemini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419856"/>
            <a:ext cx="8503920" cy="685800"/>
          </a:xfrm>
          <a:prstGeom prst="rect">
            <a:avLst/>
          </a:prstGeom>
          <a:solidFill>
            <a:srgbClr val="1A2740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419856"/>
            <a:ext cx="100584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419856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17320" y="346557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Card appears instantly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17320" y="37673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ELIGIBLE — "Your CGPA of 8.7 meets the 8.0 minimum requirement."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4224528"/>
            <a:ext cx="8503920" cy="685800"/>
          </a:xfrm>
          <a:prstGeom prst="rect">
            <a:avLst/>
          </a:prstGeom>
          <a:solidFill>
            <a:srgbClr val="1A2740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4224528"/>
            <a:ext cx="1005840" cy="68580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22452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17320" y="42702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chatbot a question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17320" y="4572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documents do I need to apply?" → AI answers from the document only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Our Project Unique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123444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71600"/>
            <a:ext cx="594360" cy="59436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72184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71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10-Point CGPA System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88720" y="17373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Indian universities — uses 10.0 CGPA scale, not the American 4.0 scale. AI correctly understands 8.5/10 ≠ 8.5/4.0.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09160" y="123444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46320" y="1371600"/>
            <a:ext cx="594360" cy="594360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472184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1371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JSON Output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577840" y="17373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instructed to return only structured JSON — no conversational text. This makes UI card rendering seamless and reliable.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20040" y="30175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" y="3154680"/>
            <a:ext cx="594360" cy="594360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255264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Fallback Strategy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188720" y="35204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primary AI model fails, the system auto-switches to a backup model — ensuring the app keeps working without downtime.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09160" y="30175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46320" y="3154680"/>
            <a:ext cx="594360" cy="5943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255264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7784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Hallucinations Policy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577840" y="35204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is strictly locked to uploaded documents only. It will not make up answers — it says 'I don't know' if the info isn't there.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— Future Improvements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023360" cy="1645920"/>
          </a:xfrm>
          <a:prstGeom prst="rect">
            <a:avLst/>
          </a:prstGeom>
          <a:solidFill>
            <a:srgbClr val="1A2740"/>
          </a:solidFill>
          <a:ln w="12700">
            <a:solidFill>
              <a:srgbClr val="2A3F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234440"/>
            <a:ext cx="594360" cy="594360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335024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2618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Vector Database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34440" y="1645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local FAISS to Pinecone or Weaviate — enables thousands of students to use it simultaneously without slowdowns.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4023360" cy="1645920"/>
          </a:xfrm>
          <a:prstGeom prst="rect">
            <a:avLst/>
          </a:prstGeom>
          <a:solidFill>
            <a:srgbClr val="1A2740"/>
          </a:solidFill>
          <a:ln w="12700">
            <a:solidFill>
              <a:srgbClr val="2A3F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92040" y="1234440"/>
            <a:ext cx="594360" cy="59436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1335024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23560" y="12618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Scraping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623560" y="1645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fetch new scholarships from university websites — no more manual PDF uploads by admins.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5760" y="3017520"/>
            <a:ext cx="4023360" cy="1645920"/>
          </a:xfrm>
          <a:prstGeom prst="rect">
            <a:avLst/>
          </a:prstGeom>
          <a:solidFill>
            <a:srgbClr val="1A2740"/>
          </a:solidFill>
          <a:ln w="12700">
            <a:solidFill>
              <a:srgbClr val="2A3F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02920" y="3154680"/>
            <a:ext cx="594360" cy="594360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3255264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1821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/ Microsoft Login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234440" y="35661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log in with their university email and save their profile — no need to re-enter details every time.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54880" y="3017520"/>
            <a:ext cx="4023360" cy="1645920"/>
          </a:xfrm>
          <a:prstGeom prst="rect">
            <a:avLst/>
          </a:prstGeom>
          <a:solidFill>
            <a:srgbClr val="1A2740"/>
          </a:solidFill>
          <a:ln w="12700">
            <a:solidFill>
              <a:srgbClr val="2A3F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92040" y="3154680"/>
            <a:ext cx="594360" cy="59436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3255264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23560" y="31821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Language Support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623560" y="35661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support for Telugu, Hindi, Tamil and more regional languages — making it truly accessible across India.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2743200"/>
            <a:ext cx="2286000" cy="2286000"/>
          </a:xfrm>
          <a:prstGeom prst="ellipse">
            <a:avLst/>
          </a:prstGeom>
          <a:solidFill>
            <a:srgbClr val="00ACC1">
              <a:alpha val="20000"/>
            </a:srgbClr>
          </a:solidFill>
          <a:ln w="12700">
            <a:solidFill>
              <a:srgbClr val="00ACC1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00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ScholarPath AI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Scholarships You Actually Qualify For."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2148840"/>
            <a:ext cx="6400800" cy="2103120"/>
          </a:xfrm>
          <a:prstGeom prst="rect">
            <a:avLst/>
          </a:prstGeom>
          <a:solidFill>
            <a:srgbClr val="1A2740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228600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AI that reads real scholarship documents
</a:t>
            </a:r>
            <a:r>
              <a:rPr lang="en-US" sz="14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gives the most accurate eligibility results
</a:t>
            </a:r>
            <a:r>
              <a:rPr lang="en-US" sz="14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Indian students — 10-point CGPA scale
</a:t>
            </a:r>
            <a:r>
              <a:rPr lang="en-US" sz="14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Multilingual, hallucination-free, admin-controlled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1038</Words>
  <Application>Microsoft Office PowerPoint</Application>
  <PresentationFormat>On-screen Show (16:9)</PresentationFormat>
  <Paragraphs>149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ScholarPath AI</dc:title>
  <dc:subject>PptxGenJS Presentation</dc:subject>
  <dc:creator>PptxGenJS</dc:creator>
  <cp:lastModifiedBy>Abdul Nsk</cp:lastModifiedBy>
  <cp:revision>5</cp:revision>
  <dcterms:created xsi:type="dcterms:W3CDTF">2026-04-30T04:29:52Z</dcterms:created>
  <dcterms:modified xsi:type="dcterms:W3CDTF">2026-04-30T15:13:17Z</dcterms:modified>
</cp:coreProperties>
</file>