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83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FFD600">
              <a:alpha val="40000"/>
            </a:srgbClr>
          </a:solidFill>
          <a:ln w="12700">
            <a:solidFill>
              <a:srgbClr val="FFD60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ScholarPath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8458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Scholarships You Actually Qualify For."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84474" y="1431388"/>
            <a:ext cx="4572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3944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Scholarship Matching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61420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• LangChain • Google Gemini • FAISS • Streamlit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13379-8A5A-5B04-D6D1-685DF2F62A89}"/>
              </a:ext>
            </a:extLst>
          </p:cNvPr>
          <p:cNvSpPr txBox="1"/>
          <p:nvPr/>
        </p:nvSpPr>
        <p:spPr>
          <a:xfrm>
            <a:off x="2384474" y="2194560"/>
            <a:ext cx="4818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Abdul  -  AP23110011555</a:t>
            </a:r>
          </a:p>
          <a:p>
            <a:r>
              <a:rPr lang="en-US" dirty="0" err="1">
                <a:solidFill>
                  <a:schemeClr val="bg1"/>
                </a:solidFill>
              </a:rPr>
              <a:t>Tulasivardhan</a:t>
            </a:r>
            <a:r>
              <a:rPr lang="en-US" dirty="0">
                <a:solidFill>
                  <a:schemeClr val="bg1"/>
                </a:solidFill>
              </a:rPr>
              <a:t>  -  AP23110011638</a:t>
            </a:r>
          </a:p>
          <a:p>
            <a:r>
              <a:rPr lang="en-US" dirty="0">
                <a:solidFill>
                  <a:schemeClr val="bg1"/>
                </a:solidFill>
              </a:rPr>
              <a:t>Anirudh  -  AP23110011627</a:t>
            </a:r>
          </a:p>
          <a:p>
            <a:r>
              <a:rPr lang="en-US" dirty="0">
                <a:solidFill>
                  <a:schemeClr val="bg1"/>
                </a:solidFill>
              </a:rPr>
              <a:t>Ayub Ansari  -  AP23110011617</a:t>
            </a:r>
          </a:p>
          <a:p>
            <a:r>
              <a:rPr lang="en-US" dirty="0">
                <a:solidFill>
                  <a:schemeClr val="bg1"/>
                </a:solidFill>
              </a:rPr>
              <a:t>Mohith </a:t>
            </a:r>
            <a:r>
              <a:rPr lang="en-US" dirty="0" err="1">
                <a:solidFill>
                  <a:schemeClr val="bg1"/>
                </a:solidFill>
              </a:rPr>
              <a:t>naidu</a:t>
            </a:r>
            <a:r>
              <a:rPr lang="en-US" dirty="0">
                <a:solidFill>
                  <a:schemeClr val="bg1"/>
                </a:solidFill>
              </a:rPr>
              <a:t>  -  AP23110011607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students miss out on scholarships they deserve?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554480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733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rules are buried inside huge PDFs and websites — very hard to read.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554480"/>
            <a:ext cx="731520" cy="7315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733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&amp; Effort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apply for scholarships they don't qualify for — wrong CGPA, wrong income, wrong major.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5160" y="1554480"/>
            <a:ext cx="731520" cy="73152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733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legal &amp; academic English is confusing for regional and international students.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ScholarPath AI?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754880" cy="36576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app that: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understands scholarship documents automatically
</a:t>
            </a: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your profile: major, CGPA, income, category
</a:t>
            </a: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instantly if you qualify — with a clear reason
</a:t>
            </a: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ask questions about any scholarship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3474720" cy="3657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Behind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Retrieval-Augmented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2194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doesn't guess — it retrieves real document content, then reasons against your profile to give an accurate answer.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ScholarPath AI powerful?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721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Eligibility Engine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just search keywords — it reasons about your CGPA, income, major and gives a clear Eligible / Not Eligible verdict with color-coded cards.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71600"/>
            <a:ext cx="594360" cy="59436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7218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Chatbot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like 'What documents do I need?' The AI answers strictly from the uploaded documents — no guessing or making things up.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154680"/>
            <a:ext cx="594360" cy="5943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5526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8872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explain results and chat in multiple languages based on your profile settings — helpful for regional students.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15468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5526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Dashboard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hidden, password-protected backend where admins can upload scholarship PDFs, reset the database, and re-index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frameworks powering ScholarPath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64592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(Python)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1316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design, light/dark mode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164592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984248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48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0482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20665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AI chains and document 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164592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734056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98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798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816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documents and gives accurate answers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83864"/>
            <a:ext cx="164592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483864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547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document content as fast searchable vectors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164592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233672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4315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numbers the AI can search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33272" y="12984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TXT scholarship doc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2286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548640" cy="54864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13632" y="12984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splits &amp; encodes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385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chunks → vectors (FAISS)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874520"/>
            <a:ext cx="2286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8016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93992" y="12984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profile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9385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Major, CGPA, Income, Category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71800"/>
            <a:ext cx="548640" cy="5486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3272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retrieves rules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630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chunks from FAISS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971800"/>
            <a:ext cx="548640" cy="5486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13632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evaluates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630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vs. rules → JSON result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9718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93992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verdict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630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/ Not Eligible card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Upload  →  Encode  →  Match  →  Retrieve  →  Evaluate  →  Display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vs. Groq — Our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77640" cy="3840480"/>
          </a:xfrm>
          <a:prstGeom prst="rect">
            <a:avLst/>
          </a:prstGeom>
          <a:solidFill>
            <a:srgbClr val="0C2D5A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in Final Version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accurate answers — understands complex eligibility rules correctly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numeric reasoning (e.g., CGPA 8.5 ≥ 8.0 threshold)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JSON output — works perfectly with the UI cards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and dependable — fewer unexpected errors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for real-world scholarship matching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960120"/>
            <a:ext cx="4297680" cy="3840480"/>
          </a:xfrm>
          <a:prstGeom prst="rect">
            <a:avLst/>
          </a:prstGeom>
          <a:solidFill>
            <a:srgbClr val="1A0A2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(LPU Inference)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Prototype / Fallback 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965960"/>
            <a:ext cx="4069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— Groq's custom hardware gives blazing response speed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gives less accurate answers for complex eligibility rules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can cause interruptions during heavy use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produces wrong JSON structure — breaks UI cards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speed demos; Google Gemini wins for accuracy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4846320"/>
            <a:ext cx="8503920" cy="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Google Gemini Gives Better Results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503920" cy="371246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Google Gemini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Groq (Llama-3)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High — rarely misreads rules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Medium — occasional mistakes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CGPA Logic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Correct: 8.5 ≥ 8.0 → Eligible 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Sometimes fails numeric checks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JSON Output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Clean &amp; consistent every time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Occasionally breaks structure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Stability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Very stable — few errors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Rate limit errors under heavy use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Slightly slower but reliable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Very fast (Groq LPU hardware)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✅ Final choice for production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⚡ Good for speed prototyping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 — Demo Walkthrough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005840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 a scholarship PDF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3533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STEM Excellence Grant 2024.pdf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10512"/>
            <a:ext cx="1005840" cy="685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1051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fills in their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1579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Computer Science | CGPA: 8.7 | Income: ₹3.2L | Category: General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15184"/>
            <a:ext cx="1005840" cy="6858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1518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6609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"Check Eligibility"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9626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retrieves relevant rules from FAISS and sends to Gemini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419856"/>
            <a:ext cx="10058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1985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4655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Card appears instantly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767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ELIGIBLE — "Your CGPA of 8.7 meets the 8.0 minimum requirement."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224528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24528"/>
            <a:ext cx="1005840" cy="6858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245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270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chatbot a question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4572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documents do I need to apply?" → AI answers from the document only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Our Project Unique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7218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10-Point CGPA 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universities — uses 10.0 CGPA scale, not the American 4.0 scale. AI correctly understands 8.5/10 ≠ 8.5/4.0.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371600"/>
            <a:ext cx="594360" cy="59436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7218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Output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7784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instructed to return only structured JSON — no conversational text. This makes UI card rendering seamless and reliable.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154680"/>
            <a:ext cx="594360" cy="59436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5526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 Strategy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primary AI model fails, the system auto-switches to a backup model — ensuring the app keeps working without downtime.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315468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5526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Hallucinations Policy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57784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is strictly locked to uploaded documents only. It will not make up answers — it says 'I don't know' if the info isn't there.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3502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Vector Database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645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FAISS to Pinecone or Weaviate — enables thousands of students to use it simultaneously without slowdowns.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34440"/>
            <a:ext cx="594360" cy="59436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33502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Scraping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23560" y="1645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fetch new scholarships from university websites — no more manual PDF uploads by admins.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01752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2920" y="3154680"/>
            <a:ext cx="594360" cy="59436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25526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Microsoft Login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34440" y="3566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log in with their university email and save their profile — no need to re-enter details every time.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154680"/>
            <a:ext cx="594360" cy="5943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25526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Language Support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23560" y="3566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for Telugu, Hindi, Tamil and more regional languages — making it truly accessible across India.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2286000" cy="2286000"/>
          </a:xfrm>
          <a:prstGeom prst="ellipse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ScholarPath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Scholarships You Actually Qualify For."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148840"/>
            <a:ext cx="6400800" cy="21031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2860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AI that reads real scholarship documents
</a:t>
            </a: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gives the most accurate eligibility results
</a:t>
            </a: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students — 10-point CGPA scale
</a:t>
            </a: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hallucination-free, admin-controlled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1037</Words>
  <Application>Microsoft Office PowerPoint</Application>
  <PresentationFormat>On-screen Show (16:9)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ScholarPath AI</dc:title>
  <dc:subject>PptxGenJS Presentation</dc:subject>
  <dc:creator>PptxGenJS</dc:creator>
  <cp:lastModifiedBy>Anirudh Thutupalli</cp:lastModifiedBy>
  <cp:revision>2</cp:revision>
  <dcterms:created xsi:type="dcterms:W3CDTF">2026-04-30T04:29:52Z</dcterms:created>
  <dcterms:modified xsi:type="dcterms:W3CDTF">2026-04-30T05:00:41Z</dcterms:modified>
</cp:coreProperties>
</file>